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[KO]</a:t>
            </a:r>
          </a:p>
          <a:p>
            <a:r>
              <a:t>안녕하세요, 로봇 엔지니어 헥세이치입니다.</a:t>
            </a:r>
          </a:p>
          <a:p>
            <a:r>
              <a:t>ZED X Mini 스테레오 카메라를 Jetson에 연결하는 과정을 공유합니다.</a:t>
            </a:r>
          </a:p>
          <a:p>
            <a:r>
              <a:t>공식 문서에는 연결하고 SDK 설치하면 끝이라고 하는데, 저는 한 달 걸렸습니다.</a:t>
            </a:r>
          </a:p>
          <a:p/>
          <a:p>
            <a:r>
              <a:t>[EN]</a:t>
            </a:r>
          </a:p>
          <a:p>
            <a:r>
              <a:t>Hi, I'm 0xH, a robotics engineer.</a:t>
            </a:r>
          </a:p>
          <a:p>
            <a:r>
              <a:t>Today I'll share how I connected a ZED X Mini stereo camera to a Jetson.</a:t>
            </a:r>
          </a:p>
          <a:p>
            <a:r>
              <a:t>The official docs say just plug in and install the SDK. It took me 30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[KO]</a:t>
            </a:r>
          </a:p>
          <a:p>
            <a:r>
              <a:t>오늘 다룰 내용입니다.</a:t>
            </a:r>
          </a:p>
          <a:p>
            <a:r>
              <a:t>첫 번째, GMSL2가 뭔지, 왜 USB처럼 안 되는지.</a:t>
            </a:r>
          </a:p>
          <a:p>
            <a:r>
              <a:t>두 번째, 보드 3개와 JetPack 4개 버전을 조합 테스트한 과정.</a:t>
            </a:r>
          </a:p>
          <a:p>
            <a:r>
              <a:t>세 번째, 최종 동작하는 스택.</a:t>
            </a:r>
          </a:p>
          <a:p/>
          <a:p>
            <a:r>
              <a:t>[EN]</a:t>
            </a:r>
          </a:p>
          <a:p>
            <a:r>
              <a:t>Here's what we'll cover.</a:t>
            </a:r>
          </a:p>
          <a:p>
            <a:r>
              <a:t>First, what GMSL2 is and why it's not like USB.</a:t>
            </a:r>
          </a:p>
          <a:p>
            <a:r>
              <a:t>Second, testing 3 boards with 4 JetPack versions.</a:t>
            </a:r>
          </a:p>
          <a:p>
            <a:r>
              <a:t>Third, the final working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[KO]</a:t>
            </a:r>
          </a:p>
          <a:p>
            <a:r>
              <a:t>ZED X Mini는 일반 USB 카메라가 아닙니다.</a:t>
            </a:r>
          </a:p>
          <a:p>
            <a:r>
              <a:t>GMSL2라는 프로토콜을 사용합니다.</a:t>
            </a:r>
          </a:p>
          <a:p>
            <a:r>
              <a:t>Gigabit Multimedia Serial Link의 약자인데, 원래 자동차 쪽에서 쓰는 고속 카메라 연결 방식입니다.</a:t>
            </a:r>
          </a:p>
          <a:p>
            <a:r>
              <a:t>USB 카메라는 꽂으면 바로 되잖아요.</a:t>
            </a:r>
          </a:p>
          <a:p>
            <a:r>
              <a:t>GMSL2는 디시리얼라이저를 거쳐야 합니다.</a:t>
            </a:r>
          </a:p>
          <a:p>
            <a:r>
              <a:t>그래서 보드, JetPack, SDK 버전이 전부 맞아야 되는데,</a:t>
            </a:r>
          </a:p>
          <a:p>
            <a:r>
              <a:t>하나라도 안 맞으면 에러도 안 나오고 카메라가 그냥 없는 겁니다.</a:t>
            </a:r>
          </a:p>
          <a:p>
            <a:r>
              <a:t>이게 가장 힘든 부분이었습니다.</a:t>
            </a:r>
          </a:p>
          <a:p/>
          <a:p>
            <a:r>
              <a:t>[EN]</a:t>
            </a:r>
          </a:p>
          <a:p>
            <a:r>
              <a:t>The ZED X Mini is not a regular USB camera.</a:t>
            </a:r>
          </a:p>
          <a:p>
            <a:r>
              <a:t>It uses GMSL2 — Gigabit Multimedia Serial Link.</a:t>
            </a:r>
          </a:p>
          <a:p>
            <a:r>
              <a:t>Originally designed for automotive high-speed camera connections.</a:t>
            </a:r>
          </a:p>
          <a:p>
            <a:r>
              <a:t>USB cameras just work when you plug them in.</a:t>
            </a:r>
          </a:p>
          <a:p>
            <a:r>
              <a:t>GMSL2 needs a deserializer in between.</a:t>
            </a:r>
          </a:p>
          <a:p>
            <a:r>
              <a:t>So the board, JetPack, and SDK versions must all match.</a:t>
            </a:r>
          </a:p>
          <a:p>
            <a:r>
              <a:t>If anything's off, there's no error — the camera just silently doesn't exist.</a:t>
            </a:r>
          </a:p>
          <a:p>
            <a:r>
              <a:t>That was the hardest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[KO]</a:t>
            </a:r>
          </a:p>
          <a:p>
            <a:r>
              <a:t>처음에 Seeed Studio의 reComputer를 사용했습니다.</a:t>
            </a:r>
          </a:p>
          <a:p>
            <a:r>
              <a:t>Jetson Orin NX가 탑재된 보드인데, 꽤 인기 있는 제품입니다.</a:t>
            </a:r>
          </a:p>
          <a:p>
            <a:r>
              <a:t>이걸로 해보겠습니다.</a:t>
            </a:r>
          </a:p>
          <a:p/>
          <a:p>
            <a:r>
              <a:t>[EN]</a:t>
            </a:r>
          </a:p>
          <a:p>
            <a:r>
              <a:t>I started with the Seeed Studio reComputer.</a:t>
            </a:r>
          </a:p>
          <a:p>
            <a:r>
              <a:t>It has a Jetson Orin NX onboard — a pretty popular board.</a:t>
            </a:r>
          </a:p>
          <a:p>
            <a:r>
              <a:t>Let's try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[KO]</a:t>
            </a:r>
          </a:p>
          <a:p>
            <a:r>
              <a:t>JetPack 6.0을 설치하고, ZED SDK를 깔겠습니다.</a:t>
            </a:r>
          </a:p>
          <a:p>
            <a:r>
              <a:t>설치는 잘 됩니다. 에러 없이 끝나요.</a:t>
            </a:r>
          </a:p>
          <a:p>
            <a:r>
              <a:t>이제 zed-explorer를 실행하면...</a:t>
            </a:r>
          </a:p>
          <a:p>
            <a:r>
              <a:t>아무것도 안 뜹니다.</a:t>
            </a:r>
          </a:p>
          <a:p>
            <a:r>
              <a:t>카메라가 없다고 나옵니다.</a:t>
            </a:r>
          </a:p>
          <a:p>
            <a:r>
              <a:t>에러 메시지도 없습니다. 그냥 조용합니다.</a:t>
            </a:r>
          </a:p>
          <a:p/>
          <a:p>
            <a:r>
              <a:t>[EN]</a:t>
            </a:r>
          </a:p>
          <a:p>
            <a:r>
              <a:t>Installing JetPack 6.0, then the ZED SDK.</a:t>
            </a:r>
          </a:p>
          <a:p>
            <a:r>
              <a:t>Installation goes fine. No errors.</a:t>
            </a:r>
          </a:p>
          <a:p>
            <a:r>
              <a:t>Now running zed-explorer...</a:t>
            </a:r>
          </a:p>
          <a:p>
            <a:r>
              <a:t>Nothing shows up.</a:t>
            </a:r>
          </a:p>
          <a:p>
            <a:r>
              <a:t>It says no camera found.</a:t>
            </a:r>
          </a:p>
          <a:p>
            <a:r>
              <a:t>No error messages. Just silence.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[KO]</a:t>
            </a:r>
          </a:p>
          <a:p>
            <a:r>
              <a:t>원인을 찾아봤습니다.</a:t>
            </a:r>
          </a:p>
          <a:p>
            <a:r>
              <a:t>reComputer는 GMSL2 커넥터가 FAKRA 방식입니다.</a:t>
            </a:r>
          </a:p>
          <a:p>
            <a:r>
              <a:t>ZED X Mini의 핀 배열과 호환이 안 됩니다.</a:t>
            </a:r>
          </a:p>
          <a:p>
            <a:r>
              <a:t>커넥터가 물리적으로는 꽂히는데, 신호가 안 가는 겁니다.</a:t>
            </a:r>
          </a:p>
          <a:p>
            <a:r>
              <a:t>이건 공식 문서 어디에도 안 써있었습니다.</a:t>
            </a:r>
          </a:p>
          <a:p>
            <a:r>
              <a:t>여기서 일주일을 날렸습니다.</a:t>
            </a:r>
          </a:p>
          <a:p/>
          <a:p>
            <a:r>
              <a:t>[EN]</a:t>
            </a:r>
          </a:p>
          <a:p>
            <a:r>
              <a:t>I investigated the cause.</a:t>
            </a:r>
          </a:p>
          <a:p>
            <a:r>
              <a:t>The reComputer uses FAKRA-style GMSL2 connectors.</a:t>
            </a:r>
          </a:p>
          <a:p>
            <a:r>
              <a:t>They're not compatible with the ZED X Mini's pin layout.</a:t>
            </a:r>
          </a:p>
          <a:p>
            <a:r>
              <a:t>The connector physically fits, but the signal doesn't go through.</a:t>
            </a:r>
          </a:p>
          <a:p>
            <a:r>
              <a:t>This wasn't documented anywhere.</a:t>
            </a:r>
          </a:p>
          <a:p>
            <a:r>
              <a:t>Lost a week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[KO]</a:t>
            </a:r>
          </a:p>
          <a:p>
            <a:r>
              <a:t>그래서 보드를 바꿨습니다.</a:t>
            </a:r>
          </a:p>
          <a:p>
            <a:r>
              <a:t>Waveshare Orin NX 보드입니다.</a:t>
            </a:r>
          </a:p>
          <a:p>
            <a:r>
              <a:t>중요한 건 22-pin CSI 네이티브 커넥터가 있다는 겁니다.</a:t>
            </a:r>
          </a:p>
          <a:p>
            <a:r>
              <a:t>이게 ZED X Mini와 물리적으로 호환됩니다.</a:t>
            </a:r>
          </a:p>
          <a:p/>
          <a:p>
            <a:r>
              <a:t>[EN]</a:t>
            </a:r>
          </a:p>
          <a:p>
            <a:r>
              <a:t>So I switched boards.</a:t>
            </a:r>
          </a:p>
          <a:p>
            <a:r>
              <a:t>The Waveshare Orin NX.</a:t>
            </a:r>
          </a:p>
          <a:p>
            <a:r>
              <a:t>The key feature — it has a native 22-pin CSI connector.</a:t>
            </a:r>
          </a:p>
          <a:p>
            <a:r>
              <a:t>This is physically compatible with the ZED X Mini.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[KO]</a:t>
            </a:r>
          </a:p>
          <a:p>
            <a:r>
              <a:t>JetPack 6.1로 시도합니다.</a:t>
            </a:r>
          </a:p>
          <a:p>
            <a:r>
              <a:t>설치 완료. zed-explorer 실행...</a:t>
            </a:r>
          </a:p>
          <a:p>
            <a:r>
              <a:t>이번에도 카메라가 안 잡힙니다.</a:t>
            </a:r>
          </a:p>
          <a:p>
            <a:r>
              <a:t>dmesg를 보면 디바이스 트리에 ZED 관련 엔트리가 없습니다.</a:t>
            </a:r>
          </a:p>
          <a:p/>
          <a:p>
            <a:r>
              <a:t>JetPack 6.2로 올려봅니다.</a:t>
            </a:r>
          </a:p>
          <a:p>
            <a:r>
              <a:t>이번엔 카메라가 잡히긴 합니다! 근데 프레임이 안 나옵니다.</a:t>
            </a:r>
          </a:p>
          <a:p>
            <a:r>
              <a:t>한 발짝 전진입니다.</a:t>
            </a:r>
          </a:p>
          <a:p/>
          <a:p>
            <a:r>
              <a:t>[EN]</a:t>
            </a:r>
          </a:p>
          <a:p>
            <a:r>
              <a:t>Trying JetPack 6.1.</a:t>
            </a:r>
          </a:p>
          <a:p>
            <a:r>
              <a:t>Installation done. Running zed-explorer...</a:t>
            </a:r>
          </a:p>
          <a:p>
            <a:r>
              <a:t>Camera still not detected.</a:t>
            </a:r>
          </a:p>
          <a:p>
            <a:r>
              <a:t>dmesg shows no ZED-related device tree entries.</a:t>
            </a:r>
          </a:p>
          <a:p/>
          <a:p>
            <a:r>
              <a:t>Upgrading to JetPack 6.2.</a:t>
            </a:r>
          </a:p>
          <a:p>
            <a:r>
              <a:t>This time the camera appears! But no frames come through.</a:t>
            </a:r>
          </a:p>
          <a:p>
            <a:r>
              <a:t>One step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[KO]</a:t>
            </a:r>
          </a:p>
          <a:p>
            <a:r>
              <a:t>정리하면 이렇습니다.</a:t>
            </a:r>
          </a:p>
          <a:p>
            <a:r>
              <a:t>JetPack 6.0, 6.1은 카메라 인식 자체가 안 됩니다.</a:t>
            </a:r>
          </a:p>
          <a:p>
            <a:r>
              <a:t>6.2는 인식은 되는데 프레임이 안 나옵니다.</a:t>
            </a:r>
          </a:p>
          <a:p>
            <a:r>
              <a:t>6.2.1에서 드디어 전부 동작합니다.</a:t>
            </a:r>
          </a:p>
          <a:p>
            <a:r>
              <a:t>이유는 ZED Link 1.4.0 드라이버가 L4T 36.4.0을 요구하는데,</a:t>
            </a:r>
          </a:p>
          <a:p>
            <a:r>
              <a:t>그게 JetPack 6.2.1에 대응하는 버전이기 때문입니다.</a:t>
            </a:r>
          </a:p>
          <a:p>
            <a:r>
              <a:t>이 표 하나 만드는 데 3주가 걸렸습니다.</a:t>
            </a:r>
          </a:p>
          <a:p/>
          <a:p>
            <a:r>
              <a:t>[EN]</a:t>
            </a:r>
          </a:p>
          <a:p>
            <a:r>
              <a:t>Here's the summary.</a:t>
            </a:r>
          </a:p>
          <a:p>
            <a:r>
              <a:t>JetPack 6.0 and 6.1 — camera not even detected.</a:t>
            </a:r>
          </a:p>
          <a:p>
            <a:r>
              <a:t>6.2 — detected but no frames.</a:t>
            </a:r>
          </a:p>
          <a:p>
            <a:r>
              <a:t>6.2.1 — everything works.</a:t>
            </a:r>
          </a:p>
          <a:p>
            <a:r>
              <a:t>The reason: ZED Link 1.4.0 requires L4T 36.4.0,</a:t>
            </a:r>
          </a:p>
          <a:p>
            <a:r>
              <a:t>which corresponds to JetPack 6.2.1.</a:t>
            </a:r>
          </a:p>
          <a:p>
            <a:r>
              <a:t>This one table took three weeks to figure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[KO]</a:t>
            </a:r>
          </a:p>
          <a:p>
            <a:r>
              <a:t>최종 동작하는 조합은 이겁니다.</a:t>
            </a:r>
          </a:p>
          <a:p>
            <a:r>
              <a:t>Waveshare 보드에 22-pin CSI 커넥터.</a:t>
            </a:r>
          </a:p>
          <a:p>
            <a:r>
              <a:t>JetPack 6.2.1. ZED SDK 5.2.1. ZED Link 1.4.0.</a:t>
            </a:r>
          </a:p>
          <a:p>
            <a:r>
              <a:t>설치는 딱 세 줄입니다.</a:t>
            </a:r>
          </a:p>
          <a:p>
            <a:r>
              <a:t>sudo apt install zed-link, sudo apt install zed-sdk, zed-explorer.</a:t>
            </a:r>
          </a:p>
          <a:p/>
          <a:p>
            <a:r>
              <a:t>[EN]</a:t>
            </a:r>
          </a:p>
          <a:p>
            <a:r>
              <a:t>Here's the final working combination.</a:t>
            </a:r>
          </a:p>
          <a:p>
            <a:r>
              <a:t>Waveshare board with 22-pin CSI connector.</a:t>
            </a:r>
          </a:p>
          <a:p>
            <a:r>
              <a:t>JetPack 6.2.1. ZED SDK 5.2.1. ZED Link 1.4.0.</a:t>
            </a:r>
          </a:p>
          <a:p>
            <a:r>
              <a:t>Installation is just three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[KO]</a:t>
            </a:r>
          </a:p>
          <a:p>
            <a:r>
              <a:t>오늘 내용을 정리하면:</a:t>
            </a:r>
          </a:p>
          <a:p>
            <a:r>
              <a:t>첫 번째, 22-pin CSI 네이티브 보드를 쓰세요. FAKRA 방식은 안 됩니다.</a:t>
            </a:r>
          </a:p>
          <a:p>
            <a:r>
              <a:t>두 번째, JetPack과 ZED Link 드라이버 버전이 정확히 맞아야 합니다. 현재 기준 JetPack 6.2.1과 ZED Link 1.4.0입니다.</a:t>
            </a:r>
          </a:p>
          <a:p>
            <a:r>
              <a:t>세 번째, 이 카메라의 실패 모드는 침묵입니다. 에러가 안 나오기 때문에, 버전 조합을 체계적으로 테스트하는 수밖에 없습니다.</a:t>
            </a:r>
          </a:p>
          <a:p/>
          <a:p>
            <a:r>
              <a:t>[EN]</a:t>
            </a:r>
          </a:p>
          <a:p>
            <a:r>
              <a:t>To summarize:</a:t>
            </a:r>
          </a:p>
          <a:p>
            <a:r>
              <a:t>First, use a board with native 22-pin CSI. FAKRA-type won't work.</a:t>
            </a:r>
          </a:p>
          <a:p>
            <a:r>
              <a:t>Second, JetPack and ZED Link versions must match exactly. Currently JetPack 6.2.1 and ZED Link 1.4.0.</a:t>
            </a:r>
          </a:p>
          <a:p>
            <a:r>
              <a:t>Third, the failure mode is silence. No errors, so you have to systematically test version combinations.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[KO]</a:t>
            </a:r>
          </a:p>
          <a:p>
            <a:r>
              <a:t>전체 트러블슈팅 과정과 코드는 StackPulse 블로그에 정리했습니다.</a:t>
            </a:r>
          </a:p>
          <a:p>
            <a:r>
              <a:t>링크는 설명란에 있습니다.</a:t>
            </a:r>
          </a:p>
          <a:p>
            <a:r>
              <a:t>다음에는 ZED SDK로 depth map을 추출하고 포인트 클라우드를 만드는 걸 해보겠습니다.</a:t>
            </a:r>
          </a:p>
          <a:p>
            <a:r>
              <a:t>도움이 됐다면 구독 부탁드립니다.</a:t>
            </a:r>
          </a:p>
          <a:p>
            <a:r>
              <a:t>헥세이치였습니다.</a:t>
            </a:r>
          </a:p>
          <a:p/>
          <a:p>
            <a:r>
              <a:t>[EN]</a:t>
            </a:r>
          </a:p>
          <a:p>
            <a:r>
              <a:t>Full troubleshooting details and code are on the StackPulse blog.</a:t>
            </a:r>
          </a:p>
          <a:p>
            <a:r>
              <a:t>Link in the description.</a:t>
            </a:r>
          </a:p>
          <a:p>
            <a:r>
              <a:t>Next time, I'll extract depth maps and create point clouds with the ZED SDK.</a:t>
            </a:r>
          </a:p>
          <a:p>
            <a:r>
              <a:t>If this helped, please subscribe.</a:t>
            </a:r>
          </a:p>
          <a:p>
            <a:r>
              <a:t>This was 0xH.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Pretendard"/>
              </a:defRPr>
            </a:pPr>
            <a:r>
              <a:t>ZED X Mini + Jetson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D9488"/>
                </a:solidFill>
                <a:latin typeface="Pretendard"/>
              </a:defRPr>
            </a:pPr>
            <a:r>
              <a:t>30일간의 삽질 끝에 성공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  <a:latin typeface="Pretendard"/>
              </a:defRPr>
            </a:pPr>
            <a:r>
              <a:t>0xH — 헥세이치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retendard"/>
              </a:defRPr>
            </a:pPr>
            <a:r>
              <a:t>오늘 다룰 내용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691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0E0E0"/>
                </a:solidFill>
                <a:latin typeface="Pretendard"/>
              </a:defRPr>
            </a:pPr>
            <a:r>
              <a:t>GMSL2란? — USB와 뭐가 다른가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56032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06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0E0E0"/>
                </a:solidFill>
                <a:latin typeface="Pretendard"/>
              </a:defRPr>
            </a:pPr>
            <a:r>
              <a:t>보드 3개 × JetPack 4개 — 조합 테스트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47472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5204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0E0E0"/>
                </a:solidFill>
                <a:latin typeface="Pretendard"/>
              </a:defRPr>
            </a:pPr>
            <a:r>
              <a:t>최종 동작 스택 공개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Pretendard"/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GMSL2란?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D9488"/>
                </a:solidFill>
                <a:latin typeface="Pretendard"/>
              </a:defRPr>
            </a:pPr>
            <a:r>
              <a:t>GMSL2 = Gigabit Multimedia Serial Link</a:t>
            </a:r>
          </a:p>
          <a:p>
            <a:pPr>
              <a:spcAft>
                <a:spcPts val="1000"/>
              </a:spcAft>
              <a:defRPr sz="2000" b="0">
                <a:solidFill>
                  <a:srgbClr val="E0E0E0"/>
                </a:solidFill>
                <a:latin typeface="Pretendard"/>
              </a:defRPr>
            </a:pPr>
            <a:r>
              <a:t>자동차용 고속 카메라 연결 프로토콜</a:t>
            </a:r>
          </a:p>
          <a:p>
            <a:pPr>
              <a:spcAft>
                <a:spcPts val="1000"/>
              </a:spcAft>
              <a:defRPr sz="2000" b="0">
                <a:solidFill>
                  <a:srgbClr val="E0E0E0"/>
                </a:solidFill>
                <a:latin typeface="Pretendard"/>
              </a:defRPr>
            </a:pPr>
            <a:r>
              <a:t>USB처럼 플러그 앤 플레이가 아님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80360"/>
            <a:ext cx="10424160" cy="1005840"/>
          </a:xfrm>
          <a:prstGeom prst="roundRect">
            <a:avLst>
              <a:gd name="adj" fmla="val 5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E0E0E0"/>
                </a:solidFill>
                <a:latin typeface="JetBrains Mono"/>
              </a:defRPr>
            </a:pPr>
            <a:r>
              <a:t>USB 카메라:    PC ──USB──&gt; 카메라    ← 바로 됨</a:t>
            </a:r>
          </a:p>
          <a:p>
            <a:pPr>
              <a:spcAft>
                <a:spcPts val="200"/>
              </a:spcAft>
              <a:defRPr sz="1600">
                <a:solidFill>
                  <a:srgbClr val="E0E0E0"/>
                </a:solidFill>
                <a:latin typeface="JetBrains Mono"/>
              </a:defRPr>
            </a:pPr>
            <a:r>
              <a:t>GMSL2 카메라:  Jetson ──CSI──&gt; 디시리얼라이저 ──GMSL2──&gt; 카메라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690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AB308"/>
                </a:solidFill>
                <a:latin typeface="Pretendard"/>
              </a:defRPr>
            </a:pPr>
            <a:r>
              <a:t>보드 + JetPack + SDK + 드라이버 = 전부 맞아야 동작</a:t>
            </a:r>
          </a:p>
          <a:p>
            <a:pPr>
              <a:spcAft>
                <a:spcPts val="1000"/>
              </a:spcAft>
              <a:defRPr sz="2000" b="0">
                <a:solidFill>
                  <a:srgbClr val="EF4444"/>
                </a:solidFill>
                <a:latin typeface="Pretendard"/>
              </a:defRPr>
            </a:pPr>
            <a:r>
              <a:t>하나라도 안 맞으면? → 에러 없이 조용히 안 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Pretendard"/>
              </a:defRPr>
            </a:pPr>
            <a:r>
              <a:t>시도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reComputer — Seeed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E0E0E0"/>
                </a:solidFill>
                <a:latin typeface="Pretendard"/>
              </a:defRPr>
            </a:pPr>
            <a:r>
              <a:t>Jetson Orin NX 탑재, 인기 있는 보드</a:t>
            </a:r>
          </a:p>
          <a:p>
            <a:pPr>
              <a:spcAft>
                <a:spcPts val="1000"/>
              </a:spcAft>
              <a:defRPr sz="2000" b="0">
                <a:solidFill>
                  <a:srgbClr val="EAB308"/>
                </a:solidFill>
                <a:latin typeface="Pretendard"/>
              </a:defRPr>
            </a:pPr>
            <a:r>
              <a:t>GMSL2 커넥터: FAKRA 방식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0" y="2286000"/>
            <a:ext cx="6400800" cy="22860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9488"/>
                </a:solidFill>
                <a:latin typeface="Pretendard"/>
              </a:defRPr>
            </a:pPr>
            <a:r>
              <a:t>화면 녹화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0175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Pretendard"/>
              </a:defRPr>
            </a:pPr>
            <a:r>
              <a:t>JetPack 6.0 설치 → ZED SDK 설치 → zed-explorer 실행 → 실패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Pretendard"/>
              </a:defRPr>
            </a:pPr>
            <a:r>
              <a:t>시도 1 —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reComputer 실패 원인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424160" cy="5486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Pretendard"/>
              </a:defRPr>
            </a:pPr>
            <a:r>
              <a:t>❌ 실패 — FAKRA 커넥터와 ZED X Mini 핀 배열 비호환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E0E0E0"/>
                </a:solidFill>
                <a:latin typeface="Pretendard"/>
              </a:defRPr>
            </a:pPr>
            <a:r>
              <a:t>커넥터가 물리적으로 맞아도 신호가 안 감</a:t>
            </a:r>
          </a:p>
          <a:p>
            <a:pPr>
              <a:spcAft>
                <a:spcPts val="1000"/>
              </a:spcAft>
              <a:defRPr sz="2000" b="1">
                <a:solidFill>
                  <a:srgbClr val="EF4444"/>
                </a:solidFill>
                <a:latin typeface="Pretendard"/>
              </a:defRPr>
            </a:pPr>
            <a:r>
              <a:t>공식 문서 어디에도 안 써있음</a:t>
            </a:r>
          </a:p>
          <a:p>
            <a:pPr>
              <a:spcAft>
                <a:spcPts val="1000"/>
              </a:spcAft>
              <a:defRPr sz="2000" b="1">
                <a:solidFill>
                  <a:srgbClr val="0D9488"/>
                </a:solidFill>
                <a:latin typeface="Pretendard"/>
              </a:defRPr>
            </a:pPr>
            <a:r>
              <a:t>교훈: 보드의 GMSL2 커넥터 타입을 먼저 확인할 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Pretendard"/>
              </a:defRPr>
            </a:pPr>
            <a:r>
              <a:t>시도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Waveshare Orin NX — 22-pin CSI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E0E0E0"/>
                </a:solidFill>
                <a:latin typeface="Pretendard"/>
              </a:defRPr>
            </a:pPr>
            <a:r>
              <a:t>Jetson Orin NX 탑재</a:t>
            </a:r>
          </a:p>
          <a:p>
            <a:pPr>
              <a:spcAft>
                <a:spcPts val="1000"/>
              </a:spcAft>
              <a:defRPr sz="2000" b="1">
                <a:solidFill>
                  <a:srgbClr val="22C55E"/>
                </a:solidFill>
                <a:latin typeface="Pretendard"/>
              </a:defRPr>
            </a:pPr>
            <a:r>
              <a:t>22-pin CSI 네이티브 커넥터 ← 핵심!</a:t>
            </a:r>
          </a:p>
          <a:p>
            <a:pPr>
              <a:spcAft>
                <a:spcPts val="1000"/>
              </a:spcAft>
              <a:defRPr sz="2000" b="0">
                <a:solidFill>
                  <a:srgbClr val="E0E0E0"/>
                </a:solidFill>
                <a:latin typeface="Pretendard"/>
              </a:defRPr>
            </a:pPr>
            <a:r>
              <a:t>ZED X Mini와 물리적으로 호환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0" y="2286000"/>
            <a:ext cx="6400800" cy="22860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9488"/>
                </a:solidFill>
                <a:latin typeface="Pretendard"/>
              </a:defRPr>
            </a:pPr>
            <a:r>
              <a:t>화면 녹화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0175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Pretendard"/>
              </a:defRPr>
            </a:pPr>
            <a:r>
              <a:t>JetPack 6.1 → 실패 / JetPack 6.2 → 부분 성공 / JetPack 6.2.1 → 성공!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Pretendard"/>
              </a:defRPr>
            </a:pPr>
            <a:r>
              <a:t>시도 2 —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JetPack 버전별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4241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926080"/>
                <a:gridCol w="2926080"/>
              </a:tblGrid>
              <a:tr h="38404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JetPack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L4T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카메라 인식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프레임 출력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36.2.0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6.1</a:t>
                      </a:r>
                    </a:p>
                  </a:txBody>
                  <a:tcPr>
                    <a:solidFill>
                      <a:srgbClr val="0F0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36.3.0</a:t>
                      </a:r>
                    </a:p>
                  </a:txBody>
                  <a:tcPr>
                    <a:solidFill>
                      <a:srgbClr val="0F0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F0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F0F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6.2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36.3.1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6.2.1</a:t>
                      </a:r>
                    </a:p>
                  </a:txBody>
                  <a:tcPr>
                    <a:solidFill>
                      <a:srgbClr val="0F0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36.4.0</a:t>
                      </a:r>
                    </a:p>
                  </a:txBody>
                  <a:tcPr>
                    <a:solidFill>
                      <a:srgbClr val="0F0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0F0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0F0F2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749039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D9488"/>
                </a:solidFill>
                <a:latin typeface="Pretendard"/>
              </a:defRPr>
            </a:pPr>
            <a:r>
              <a:t>ZED Link 1.4.0 → L4T 36.4.0 필요 → JetPack 6.2.1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Pretendard"/>
              </a:defRPr>
            </a:pPr>
            <a:r>
              <a:t>최종 해결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✅ 최종 동작 스택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4241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766560"/>
              </a:tblGrid>
              <a:tr h="38404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버전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보드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Waveshare Orin NX (22-pin CSI)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JetPack</a:t>
                      </a:r>
                    </a:p>
                  </a:txBody>
                  <a:tcPr>
                    <a:solidFill>
                      <a:srgbClr val="0F0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6.2.1 (L4T 36.4.0)</a:t>
                      </a:r>
                    </a:p>
                  </a:txBody>
                  <a:tcPr>
                    <a:solidFill>
                      <a:srgbClr val="0F0F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ZED SDK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5.2.1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ZED Link</a:t>
                      </a:r>
                    </a:p>
                  </a:txBody>
                  <a:tcPr>
                    <a:solidFill>
                      <a:srgbClr val="0F0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E0E0E0"/>
                          </a:solidFill>
                          <a:latin typeface="Pretendard"/>
                        </a:defRPr>
                      </a:pPr>
                      <a:r>
                        <a:t>1.4.0</a:t>
                      </a:r>
                    </a:p>
                  </a:txBody>
                  <a:tcPr>
                    <a:solidFill>
                      <a:srgbClr val="0F0F2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749039"/>
            <a:ext cx="10424160" cy="1325879"/>
          </a:xfrm>
          <a:prstGeom prst="roundRect">
            <a:avLst>
              <a:gd name="adj" fmla="val 5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931919"/>
            <a:ext cx="98755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>
                <a:solidFill>
                  <a:srgbClr val="E0E0E0"/>
                </a:solidFill>
                <a:latin typeface="JetBrains Mono"/>
              </a:defRPr>
            </a:pPr>
            <a:r>
              <a:t>$ sudo apt install zed-link</a:t>
            </a:r>
          </a:p>
          <a:p>
            <a:pPr>
              <a:spcAft>
                <a:spcPts val="200"/>
              </a:spcAft>
              <a:defRPr sz="2000">
                <a:solidFill>
                  <a:srgbClr val="E0E0E0"/>
                </a:solidFill>
                <a:latin typeface="JetBrains Mono"/>
              </a:defRPr>
            </a:pPr>
            <a:r>
              <a:t>$ sudo apt install zed-sdk</a:t>
            </a:r>
          </a:p>
          <a:p>
            <a:pPr>
              <a:spcAft>
                <a:spcPts val="200"/>
              </a:spcAft>
              <a:defRPr sz="2000">
                <a:solidFill>
                  <a:srgbClr val="E0E0E0"/>
                </a:solidFill>
                <a:latin typeface="JetBrains Mono"/>
              </a:defRPr>
            </a:pPr>
            <a:r>
              <a:t>$ zed-explorer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Pretendard"/>
              </a:defRPr>
            </a:pPr>
            <a:r>
              <a:t>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📌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2C55E"/>
                </a:solidFill>
                <a:latin typeface="Pretendard"/>
              </a:defRPr>
            </a:pPr>
            <a:r>
              <a:t>1. 22-pin CSI 네이티브 보드를 쓸 것</a:t>
            </a:r>
          </a:p>
          <a:p>
            <a:pPr>
              <a:spcAft>
                <a:spcPts val="1000"/>
              </a:spcAft>
              <a:defRPr sz="2000" b="0">
                <a:solidFill>
                  <a:srgbClr val="E0E0E0"/>
                </a:solidFill>
                <a:latin typeface="Pretendard"/>
              </a:defRPr>
            </a:pPr>
            <a:r>
              <a:t>   FAKRA 방식 보드는 ZED X Mini와 비호환</a:t>
            </a:r>
          </a:p>
          <a:p>
            <a:pPr>
              <a:spcAft>
                <a:spcPts val="1000"/>
              </a:spcAft>
              <a:defRPr sz="2000" b="0">
                <a:solidFill>
                  <a:srgbClr val="E0E0E0"/>
                </a:solidFill>
                <a:latin typeface="Pretendard"/>
              </a:defRPr>
            </a:pPr>
          </a:p>
          <a:p>
            <a:pPr>
              <a:spcAft>
                <a:spcPts val="1000"/>
              </a:spcAft>
              <a:defRPr sz="2000" b="1">
                <a:solidFill>
                  <a:srgbClr val="22C55E"/>
                </a:solidFill>
                <a:latin typeface="Pretendard"/>
              </a:defRPr>
            </a:pPr>
            <a:r>
              <a:t>2. JetPack + ZED Link 버전을 정확히 맞출 것</a:t>
            </a:r>
          </a:p>
          <a:p>
            <a:pPr>
              <a:spcAft>
                <a:spcPts val="1000"/>
              </a:spcAft>
              <a:defRPr sz="2000" b="0">
                <a:solidFill>
                  <a:srgbClr val="E0E0E0"/>
                </a:solidFill>
                <a:latin typeface="Pretendard"/>
              </a:defRPr>
            </a:pPr>
            <a:r>
              <a:t>   현재: JetPack 6.2.1 + ZED Link 1.4.0</a:t>
            </a:r>
          </a:p>
          <a:p>
            <a:pPr>
              <a:spcAft>
                <a:spcPts val="1000"/>
              </a:spcAft>
              <a:defRPr sz="2000" b="0">
                <a:solidFill>
                  <a:srgbClr val="E0E0E0"/>
                </a:solidFill>
                <a:latin typeface="Pretendard"/>
              </a:defRPr>
            </a:pPr>
          </a:p>
          <a:p>
            <a:pPr>
              <a:spcAft>
                <a:spcPts val="1000"/>
              </a:spcAft>
              <a:defRPr sz="2000" b="1">
                <a:solidFill>
                  <a:srgbClr val="EF4444"/>
                </a:solidFill>
                <a:latin typeface="Pretendard"/>
              </a:defRPr>
            </a:pPr>
            <a:r>
              <a:t>3. 이 카메라의 실패 모드는 "침묵"</a:t>
            </a:r>
          </a:p>
          <a:p>
            <a:pPr>
              <a:spcAft>
                <a:spcPts val="1000"/>
              </a:spcAft>
              <a:defRPr sz="2000" b="0">
                <a:solidFill>
                  <a:srgbClr val="E0E0E0"/>
                </a:solidFill>
                <a:latin typeface="Pretendard"/>
              </a:defRPr>
            </a:pPr>
            <a:r>
              <a:t>   에러가 안 나오므로 버전 조합을 체계적으로 테스트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D9488"/>
                </a:solidFill>
                <a:latin typeface="Pretendard"/>
              </a:defRPr>
            </a:pPr>
            <a:r>
              <a:t>📝 블로그: 0xhenry.dev/study/zed-x-mini-jetson-setup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0E0E0"/>
                </a:solidFill>
                <a:latin typeface="Pretendard"/>
              </a:defRPr>
            </a:pPr>
            <a:r>
              <a:t>다음 영상: ZED SDK — Depth Map 추출 &amp; 포인트 클라우드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3657600"/>
            <a:ext cx="3657600" cy="73152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374903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구독 &amp; 좋아요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  <a:latin typeface="Pretendard"/>
              </a:defRPr>
            </a:pPr>
            <a:r>
              <a:t>0xH — 헥세이치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